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3" r:id="rId12"/>
    <p:sldId id="269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56A"/>
    <a:srgbClr val="0D017B"/>
    <a:srgbClr val="FF6A3D"/>
    <a:srgbClr val="9ACAFA"/>
    <a:srgbClr val="004FA2"/>
    <a:srgbClr val="1C0450"/>
    <a:srgbClr val="E35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88927" autoAdjust="0"/>
  </p:normalViewPr>
  <p:slideViewPr>
    <p:cSldViewPr snapToGrid="0">
      <p:cViewPr varScale="1">
        <p:scale>
          <a:sx n="60" d="100"/>
          <a:sy n="60" d="100"/>
        </p:scale>
        <p:origin x="1024" y="32"/>
      </p:cViewPr>
      <p:guideLst>
        <p:guide orient="horz" pos="2160"/>
        <p:guide pos="384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0C35C0-D63E-455B-BBFF-D12C3D859A04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A76AA-C387-4BA8-A217-E71A6F6CB9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06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028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1722B-083A-DBA1-7C00-39F912755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CDA044-0D17-3C9E-A998-E1BB09683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641498-9DFD-DA49-AD9A-C223108C8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1EA048-A3A7-28F9-9E4F-47C04A8DF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077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BFAC4-3F48-781B-F44E-4FB8D8D35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395768-D9C3-6FDB-6D8F-C15E7EF11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AEEC21-8A80-8407-1C49-A92D211252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02F29F-B22C-2A6C-1951-4FD82FD4D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96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0D14F-FC81-0376-4C1C-78E9366E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9A8AE5-5A1F-D4DE-3EBF-A755A3D3E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8A91DD-9EB1-C6A7-4356-24EAC09EA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CF7D50-17C4-0370-3C72-ECB26E174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111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EBF4-9771-6C3B-366A-6EFBE9D4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C776FB3-DBA6-5173-E3EC-8CE930329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E5823D-469F-7A84-86E3-9942BCF66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219DC-FB5E-47C7-D34A-46F705ADA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786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56BAC-F0DF-4D2C-7AAE-F0EFE354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1F64570-EC03-E725-039C-D5E926D27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DADF6E-E30D-661E-AF3E-283ED3141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85180F-1F22-12FE-826E-23B08EDF7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140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F78A-7803-E612-705F-466EE33F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D31991-7AB6-4EDA-75D0-076FA02C2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4FB64E-F4AF-3ECB-1ED1-9A6EAC34A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361CA8-5591-4353-A8CF-A3C962DAA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874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D7F5C-0CBC-E6FC-F224-999C7DE9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BA2EE0-9F42-29FE-875E-E24033F9F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0F8EAA-CAEB-2A9C-6608-4B0375213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A1EF2-D284-DEF0-CB08-6921F9F50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110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FC838-5357-DD39-8EB2-F12C91D8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A9ABD0-4BA8-AE99-E964-1673667DE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ECC996-B1BD-FE07-314F-DED872E02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195874-0307-10F2-085C-10ADB434D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6575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5D0ED-022F-97A4-E24C-4FB2B101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6B4D0E-FA68-B980-DBB6-74852379B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15DA4F-4A5E-FEF0-C35E-472DFC4F5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 err="1"/>
              <a:t>Геопросторові</a:t>
            </a:r>
            <a:r>
              <a:rPr lang="uk-UA" dirty="0"/>
              <a:t> дані — це інформація, яка має прив’язку до координат на поверхні Землі. Основними типами геометрії є точки, лінії та полігони. Вони використовуються для представлення об’єктів реального світу, таких як місця, маршрути або території, і є основою будь-яких геоінформаційних систем.</a:t>
            </a:r>
            <a:endParaRPr lang="en-US" noProof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89A99D-3F8C-1380-9490-5F00E66D0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8381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uk-UA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EA76AA-C387-4BA8-A217-E71A6F6CB91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433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CFF89-1C80-4356-ADEB-F47B6EC42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9106B2-E942-46C9-AED9-90710DF4B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9F3911-1DEE-4215-8B63-83E090BE5B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53647-D968-46A0-BA78-DEF673D7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576C1-00AA-46D2-A75D-2DC07BF5F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054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1DBF7-141D-407D-BD9D-0400D9369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74343-1788-4BA4-BA68-3C1B8EFB4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3162DD-00E8-4514-B31E-4E040541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3A05E7-1203-435F-8895-E3A9ECFD0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311C89-01FA-42DC-8642-9FE613BE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68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45923-446F-4804-9E65-9343B4006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726288-7BDB-4A31-A6F3-51656C49D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79C6A4-C160-4F98-A93D-8CC8A49F4E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F0E9C-F4AA-4CFF-96E7-27AFCF6E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7E699-6B95-413E-ACDD-8927F15F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8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EE1E6-F1CE-459B-9042-51D77A7E0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2A09BB-99E2-4D78-BA14-0D765D488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2E7246-81C6-4AB8-A2CA-D7609850F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014DE8-F76F-450B-A8E1-2DE5FA36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A822FF-B922-416B-BE0C-F817E324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DC1047-BAE9-47BA-9C2C-51387578F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35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07C41-0893-4A08-B322-EEE115719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D6E09B-E646-42F4-B59D-4338C0F48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FA03E0-8125-45AC-8BBD-55309865EF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4C945D-6654-490D-B4A8-DD38D263E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450EDD-B3D2-483F-8D4B-9382B4F39C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B982F5-D271-4480-8F7C-39CCDA86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179561-D640-4322-AC6F-08348AA1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713776-5E5D-4438-BFD4-C49E4685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213991" y="68591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571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43CF7-359A-41F7-B845-11DB6CD5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B79F11-3E81-49F3-8002-A418676860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4B6696-66E2-457E-9D7B-9AF78094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FE7CBB6-FE6D-47CE-A5CF-A08726FAA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60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E0C366-DF2E-418C-9DE3-9DF42C110F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2EC383-51BA-436F-AE27-D1E92670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F7091B-FF7F-4571-99FE-737E85D1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83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3B2494-375F-4BE4-B04C-E24764C31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E8D55-6D63-46C3-85BB-62AA16829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5CAF94-CE30-43B7-85A3-8859E8041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E3E48-C9D5-49DE-9B79-629BC932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1C16AE-B9B1-452D-A216-DF8B4603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E521DE-A10A-473F-9B37-095C8415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04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E2DDA-CA54-4AC0-9799-11ACD9B4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3CF2B9-04BB-4DBE-8259-C263768A4F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4A1E5B7-49F8-4116-BE28-F069D644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FB842E-519C-458D-88AC-3A95B0C8A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8A9EB0-23CA-41C2-93B1-4CD8F766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1CEA93-3A75-4087-B918-A4B15357C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65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5ABA56-B2B8-4E1B-AE36-0B7021FF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18EC63-FD11-486D-906A-81FBEB535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E3729B-4411-4DDD-A2CF-ED2FB25837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556F55-E37F-4952-BF3E-F4616B8D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67B0E-6A54-4901-A0FF-BF88653C0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15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C748241-142B-4F5E-BF36-C1E02FEB5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075C22-443A-4A3D-95B7-F01110AF86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E1CC8-9E5C-404B-9476-B8C0F474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E93951D4-4765-4DCA-A64A-E6D949EB001D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42CDF5-3B17-47A6-B192-64066B64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FEAA2F-6623-402B-83DE-08913980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7B91F45-9B5D-4E72-85A3-1BC4B3316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61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2026/5/27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158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3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3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2026/5/27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2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55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11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489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1BFE2E7-ED1B-4E51-AA3C-A34FFDE6BC0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91000" y="0"/>
            <a:ext cx="8001000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B50DFF-8BAC-4921-82A6-CCC05EB41241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911" y="373224"/>
            <a:ext cx="11560240" cy="61115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97446B-C744-4082-AFA3-65099E538EA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0510" y="1481517"/>
            <a:ext cx="5981981" cy="29350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14EDFA-DA04-4FE0-8A23-9679F3C1E87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251" y="4973258"/>
            <a:ext cx="5619749" cy="18847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4C55FFD-88F1-4D3B-A8D7-9E1DCF82C11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700" y="4429794"/>
            <a:ext cx="466725" cy="4667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11BCECB-203A-4118-8D77-F0D4F22718B3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940" y="4973258"/>
            <a:ext cx="2090471" cy="188474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B3DD8C0-0624-4FD2-BA8E-05290FA086FF}"/>
              </a:ext>
            </a:extLst>
          </p:cNvPr>
          <p:cNvSpPr txBox="1"/>
          <p:nvPr/>
        </p:nvSpPr>
        <p:spPr>
          <a:xfrm>
            <a:off x="850414" y="2039445"/>
            <a:ext cx="644860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ru-RU" sz="3600" b="1" noProof="0" dirty="0" err="1">
                <a:latin typeface="Rubik"/>
              </a:rPr>
              <a:t>Розробка</a:t>
            </a:r>
            <a:r>
              <a:rPr lang="ru-RU" sz="3600" b="1" noProof="0" dirty="0">
                <a:latin typeface="Rubik"/>
              </a:rPr>
              <a:t> веб-</a:t>
            </a:r>
            <a:r>
              <a:rPr lang="ru-RU" sz="3600" b="1" noProof="0" dirty="0" err="1">
                <a:latin typeface="Rubik"/>
              </a:rPr>
              <a:t>застосунку</a:t>
            </a:r>
            <a:r>
              <a:rPr lang="ru-RU" sz="3600" b="1" noProof="0" dirty="0">
                <a:latin typeface="Rubik"/>
              </a:rPr>
              <a:t> для </a:t>
            </a:r>
            <a:r>
              <a:rPr lang="ru-RU" sz="3600" b="1" noProof="0" dirty="0" err="1">
                <a:latin typeface="Rubik"/>
              </a:rPr>
              <a:t>візуалізації</a:t>
            </a:r>
            <a:r>
              <a:rPr lang="ru-RU" sz="3600" b="1" noProof="0" dirty="0">
                <a:latin typeface="Rubik"/>
              </a:rPr>
              <a:t> </a:t>
            </a:r>
            <a:r>
              <a:rPr lang="ru-RU" sz="3600" b="1" noProof="0" dirty="0" err="1">
                <a:latin typeface="Rubik"/>
              </a:rPr>
              <a:t>геопросторових</a:t>
            </a:r>
            <a:r>
              <a:rPr lang="ru-RU" sz="3600" b="1" noProof="0" dirty="0">
                <a:latin typeface="Rubik"/>
              </a:rPr>
              <a:t> </a:t>
            </a:r>
            <a:r>
              <a:rPr lang="ru-RU" sz="3600" b="1" noProof="0" dirty="0" err="1">
                <a:latin typeface="Rubik"/>
              </a:rPr>
              <a:t>даних</a:t>
            </a:r>
            <a:r>
              <a:rPr lang="ru-RU" sz="3600" b="1" noProof="0" dirty="0">
                <a:latin typeface="Rubik"/>
              </a:rPr>
              <a:t> на </a:t>
            </a:r>
            <a:r>
              <a:rPr lang="ru-RU" sz="3600" b="1" noProof="0" dirty="0" err="1">
                <a:latin typeface="Rubik"/>
              </a:rPr>
              <a:t>інтерактивній</a:t>
            </a:r>
            <a:r>
              <a:rPr lang="ru-RU" sz="3600" b="1" noProof="0" dirty="0">
                <a:latin typeface="Rubik"/>
              </a:rPr>
              <a:t> </a:t>
            </a:r>
            <a:r>
              <a:rPr lang="ru-RU" sz="3600" b="1" noProof="0" dirty="0" err="1">
                <a:latin typeface="Rubik"/>
              </a:rPr>
              <a:t>карті</a:t>
            </a:r>
            <a:endParaRPr lang="en-US" sz="3600" b="1" noProof="0" dirty="0">
              <a:latin typeface="Rubik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D354BD9-DBD2-42DB-976A-44E1A62FD171}"/>
              </a:ext>
            </a:extLst>
          </p:cNvPr>
          <p:cNvGrpSpPr/>
          <p:nvPr/>
        </p:nvGrpSpPr>
        <p:grpSpPr>
          <a:xfrm>
            <a:off x="993943" y="4070464"/>
            <a:ext cx="4368305" cy="753384"/>
            <a:chOff x="1868196" y="4975174"/>
            <a:chExt cx="4737023" cy="466725"/>
          </a:xfrm>
        </p:grpSpPr>
        <p:sp>
          <p:nvSpPr>
            <p:cNvPr id="21" name="箭头: 五边形 20">
              <a:extLst>
                <a:ext uri="{FF2B5EF4-FFF2-40B4-BE49-F238E27FC236}">
                  <a16:creationId xmlns:a16="http://schemas.microsoft.com/office/drawing/2014/main" id="{B9588C5C-9B53-46B7-BD23-D9DD35DD173C}"/>
                </a:ext>
              </a:extLst>
            </p:cNvPr>
            <p:cNvSpPr/>
            <p:nvPr/>
          </p:nvSpPr>
          <p:spPr>
            <a:xfrm>
              <a:off x="1868196" y="4975174"/>
              <a:ext cx="4561630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FC14A55-1590-4DE0-AABC-6AA117113851}"/>
                </a:ext>
              </a:extLst>
            </p:cNvPr>
            <p:cNvSpPr txBox="1"/>
            <p:nvPr/>
          </p:nvSpPr>
          <p:spPr>
            <a:xfrm>
              <a:off x="2043589" y="5065643"/>
              <a:ext cx="4561630" cy="24787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uk-UA" sz="2000" noProof="0" dirty="0">
                  <a:solidFill>
                    <a:schemeClr val="bg1"/>
                  </a:solidFill>
                  <a:cs typeface="+mn-ea"/>
                  <a:sym typeface="+mn-lt"/>
                </a:rPr>
                <a:t>Теплий Данило ФЕІм-14</a:t>
              </a:r>
              <a:endParaRPr lang="en-US" sz="2000" noProof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991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494B-EECD-8AD5-FA99-113FBB457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74206B29-995E-FC99-0D16-CC48F7A71B3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17D7A068-5662-93CD-4980-118A31F2E4A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BDFAF2E8-2CAB-005F-4580-93F05A83042F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E0017E0D-1FD0-85A8-CD35-71F62EE2BF54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6C1FAC8E-0969-CEAF-E302-C281C4FB09C0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1A465691-F0BF-22DD-51BD-7A98AA893DCE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2A52FD45-C90A-B00E-F191-D5D30DF83B18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8A47529C-A817-C1F4-78AD-B2520F4BC963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71821032-ECBA-E6CC-C8A7-4FA7FC21AF70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CB9ACD03-C17A-D241-F37E-7A679EF3AF58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Геопросторові</a:t>
              </a:r>
              <a:r>
                <a:rPr lang="uk-UA" sz="2800" b="1" noProof="0" dirty="0">
                  <a:solidFill>
                    <a:schemeClr val="bg1"/>
                  </a:solidFill>
                  <a:latin typeface="Rubik"/>
                </a:rPr>
                <a:t> дані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6BE4EAFB-E41F-8BFE-968C-D094E67B7ABD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9AE819-1F0F-78FA-479D-699D2AFBF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885" y="3799566"/>
            <a:ext cx="2438400" cy="2438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3B1AE1-42AB-E043-D345-ECC086ADD7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818" y="1740663"/>
            <a:ext cx="1946079" cy="1946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5D0DC5-452E-68C5-7B87-85B925F4030E}"/>
              </a:ext>
            </a:extLst>
          </p:cNvPr>
          <p:cNvSpPr txBox="1"/>
          <p:nvPr/>
        </p:nvSpPr>
        <p:spPr>
          <a:xfrm>
            <a:off x="869032" y="1809786"/>
            <a:ext cx="63544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latin typeface="Rubik"/>
              </a:rPr>
              <a:t>Дані з просторовою прив’язкою: </a:t>
            </a:r>
            <a:endParaRPr lang="en-US" b="1" dirty="0">
              <a:latin typeface="Rubi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 err="1">
                <a:latin typeface="Rubik"/>
              </a:rPr>
              <a:t>Point</a:t>
            </a:r>
            <a:endParaRPr lang="en-US" b="1" dirty="0">
              <a:latin typeface="Rubi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 err="1">
                <a:latin typeface="Rubik"/>
              </a:rPr>
              <a:t>LineString</a:t>
            </a:r>
            <a:endParaRPr lang="en-US" b="1" dirty="0">
              <a:latin typeface="Rubi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b="1" dirty="0" err="1">
                <a:latin typeface="Rubik"/>
              </a:rPr>
              <a:t>Polygon</a:t>
            </a:r>
            <a:endParaRPr lang="en-US" b="1" dirty="0">
              <a:latin typeface="Rubik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852B586-4C95-5AEC-AF4E-F02998E532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0677" y="2777521"/>
            <a:ext cx="2630645" cy="263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64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1910-FEC1-7E57-5A63-4FBD67B0B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89E4C4BF-DF75-3CE3-3E73-1A61EEB076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D58256D1-79B6-ED3E-2257-CD51A6E7B1A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0983AF15-0F44-A338-36D7-EFF67921A5F6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CB6FAA56-C340-8096-80A2-6BC17142B558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13E4343D-6853-64A2-3A2A-403B4D6EA56C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D0F7E3EA-4AF3-86B3-4A09-DE6D2FB18F53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7D239DD4-D615-F52B-DEA9-20B2441C5B91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22738779-5FA3-1B9C-C4AB-24F564A60D5F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2C45F82C-5DA3-19AF-CA8D-E35EC5A926B6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A23FA434-424A-19C6-4458-871A5B4B8DC7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Актуальніс</a:t>
              </a:r>
              <a:r>
                <a:rPr lang="uk-UA" sz="2800" b="1" dirty="0" err="1">
                  <a:solidFill>
                    <a:schemeClr val="bg1"/>
                  </a:solidFill>
                  <a:latin typeface="Rubik"/>
                </a:rPr>
                <a:t>ть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EAFF70C5-2852-762F-16FA-1191BEC24B6A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4FB8C-9986-ABC4-608E-3AA4154DB4DD}"/>
              </a:ext>
            </a:extLst>
          </p:cNvPr>
          <p:cNvSpPr txBox="1"/>
          <p:nvPr/>
        </p:nvSpPr>
        <p:spPr>
          <a:xfrm>
            <a:off x="869031" y="1809786"/>
            <a:ext cx="703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 err="1">
                <a:latin typeface="Rubik"/>
              </a:rPr>
              <a:t>Геодані</a:t>
            </a:r>
            <a:r>
              <a:rPr lang="uk-UA" b="1" dirty="0">
                <a:latin typeface="Rubik"/>
              </a:rPr>
              <a:t> використовуються у навігації, логістиці та GIS-системах</a:t>
            </a:r>
            <a:endParaRPr lang="en-US" b="1" dirty="0">
              <a:latin typeface="Rubik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13DBC74-49A9-B30F-69C1-568EF3418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95" y="2810874"/>
            <a:ext cx="2438400" cy="24384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B0E42B7-EA65-C800-7EB1-B41488FF9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0735" y="2810874"/>
            <a:ext cx="2438400" cy="24384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0B87766-258D-2DF0-1416-D568574CD1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1390" y="2810874"/>
            <a:ext cx="2438401" cy="243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50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5C430-4E5A-4524-B456-45C70EB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D446A598-FF55-A177-8CBD-C967DB42F0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6A9B1A1D-E338-5503-B9C8-3A032F9EEE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66E549E8-1A3F-2052-D51D-20B3947B7EF6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D5DB1B16-8302-E07A-69E2-B8E7EB465D41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9C84FAEC-CFA5-19ED-4AE1-0F3130F24D30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F4D54666-8818-8EB7-9421-03D228673363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31C1AD3F-B0BA-51FB-96B9-28CB264EF9DC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40D0EB21-A982-ECC8-E81E-A6950F761C6F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3DFC1452-5552-9651-0EDC-4324D6823E5D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1AA839AB-7680-514F-9CA6-5850130ACD2D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>
                  <a:solidFill>
                    <a:schemeClr val="bg1"/>
                  </a:solidFill>
                  <a:latin typeface="Rubik"/>
                </a:rPr>
                <a:t>Формати даних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4024F977-6292-8FD7-72F8-7479461799E3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3B0CC-E0C5-6F7F-9FF4-A856A61C6BBE}"/>
              </a:ext>
            </a:extLst>
          </p:cNvPr>
          <p:cNvSpPr txBox="1"/>
          <p:nvPr/>
        </p:nvSpPr>
        <p:spPr>
          <a:xfrm>
            <a:off x="2815733" y="1855952"/>
            <a:ext cx="703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Rubik"/>
              </a:rPr>
              <a:t>GeoJson</a:t>
            </a:r>
            <a:r>
              <a:rPr lang="en-US" b="1" dirty="0">
                <a:latin typeface="Rubik"/>
              </a:rPr>
              <a:t>                                                                                          WKT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2F8E62-86D1-60BE-264C-4D46CC8BE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322" y="2609597"/>
            <a:ext cx="5059186" cy="74329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AC41940-FEB8-D069-2568-3A41FCD010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0647" y="2567948"/>
            <a:ext cx="2953162" cy="9335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E42A42E-0B6D-3E2D-BD0E-921CFBC6C9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794" y="4201042"/>
            <a:ext cx="5628854" cy="65385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631C369-F862-F8C0-A51B-47F27ACC39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9674" y="3950541"/>
            <a:ext cx="2195107" cy="214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02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019C9-0B54-87B0-628C-DB659CC08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FDE02F5E-BCC0-CC9E-D7EF-B2D2410FF2A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790EA5B4-6C8E-7956-E4ED-1DE9E37E94F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DA105B36-4B38-E39F-6CC3-C650F63943E3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39501BC0-5C15-8528-D3DA-CE23914AC463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5015BC4E-D03F-FB19-A4E2-CBF4FB4134D8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ECF1DEE5-CD0D-3A5E-C790-A968875E931E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9C4857A9-8E73-3D0C-63E0-00308562C484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EEBC52DA-0D37-3DD2-6482-9C011463E166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6B2FFD85-6877-EE5D-440F-7257767C5AD8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B1069E1B-418D-1F91-C771-7E890ABDA4D1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>
                  <a:solidFill>
                    <a:schemeClr val="bg1"/>
                  </a:solidFill>
                  <a:ea typeface="Proxima Nova Extrabold"/>
                  <a:cs typeface="Proxima Nova Extrabold"/>
                  <a:sym typeface="Proxima Nova Extrabold"/>
                </a:rPr>
                <a:t>Архітектура та технології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A938D91B-D844-BE5D-2CFA-5FCF6CB7ACD7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10" name="Рисунок 9" descr="Can HTML, CSS and JavaScript create a website? | UltimateWB Blog | Web  Design Tips, News &amp; Insights">
            <a:extLst>
              <a:ext uri="{FF2B5EF4-FFF2-40B4-BE49-F238E27FC236}">
                <a16:creationId xmlns:a16="http://schemas.microsoft.com/office/drawing/2014/main" id="{4D137AAF-F1D1-EFCA-981F-49AE14541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0742" y="1504292"/>
            <a:ext cx="4910306" cy="2723686"/>
          </a:xfrm>
          <a:prstGeom prst="rect">
            <a:avLst/>
          </a:prstGeom>
        </p:spPr>
      </p:pic>
      <p:pic>
        <p:nvPicPr>
          <p:cNvPr id="12" name="Рисунок 11" descr="Файл:Leaflet logo.svg — Вікіпедія">
            <a:extLst>
              <a:ext uri="{FF2B5EF4-FFF2-40B4-BE49-F238E27FC236}">
                <a16:creationId xmlns:a16="http://schemas.microsoft.com/office/drawing/2014/main" id="{AEF68EE4-7C65-3D07-B9CF-F38A5ACA1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274" y="2291382"/>
            <a:ext cx="5062550" cy="1343421"/>
          </a:xfrm>
          <a:prstGeom prst="rect">
            <a:avLst/>
          </a:prstGeom>
        </p:spPr>
      </p:pic>
      <p:pic>
        <p:nvPicPr>
          <p:cNvPr id="13" name="Рисунок 12" descr="Безкоштовний тренінг «Вивчаємо Spring Framework 6», 11 — 12 січня 2025 | DOU">
            <a:extLst>
              <a:ext uri="{FF2B5EF4-FFF2-40B4-BE49-F238E27FC236}">
                <a16:creationId xmlns:a16="http://schemas.microsoft.com/office/drawing/2014/main" id="{FAAD7B07-4220-554B-A69F-28264892FF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9830" y="4700926"/>
            <a:ext cx="3625460" cy="1722094"/>
          </a:xfrm>
          <a:prstGeom prst="rect">
            <a:avLst/>
          </a:prstGeom>
        </p:spPr>
      </p:pic>
      <p:pic>
        <p:nvPicPr>
          <p:cNvPr id="14" name="Рисунок 13" descr="Java — Вікіпедія">
            <a:extLst>
              <a:ext uri="{FF2B5EF4-FFF2-40B4-BE49-F238E27FC236}">
                <a16:creationId xmlns:a16="http://schemas.microsoft.com/office/drawing/2014/main" id="{3564796C-F4C0-24CA-0ED6-3F8C3268BC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2399" y="4550885"/>
            <a:ext cx="1718721" cy="171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85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5DDE-80AB-2F9C-3997-ACE467CA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648548BF-A639-3DEB-1916-7CC30375D3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3D276765-C2E6-E583-D8CF-792473232A6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614B9744-EB41-98FF-D177-2CE6DDE386F8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BE067958-9F4C-C9ED-A2C3-5902B2DB80F7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A3CC9BBC-505E-4052-2BCD-C24DBD6C9667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A7A00CB0-ECDA-CA19-D759-A2FBC7F99F47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D3185CF6-0EEA-823B-B2F9-1BD6C899F477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5E14CC8B-8F32-F02B-0980-0F80E1497734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EDDDBDB9-45D0-E742-2AEA-F60F81CB1F4A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01527A46-B466-8C5B-AC23-2A785B6EE642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Демо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912C29DB-5AFA-5FBD-C163-D488D55BA4D9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420467-387C-D642-CDE8-70192435D1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61" y="1565143"/>
            <a:ext cx="10376478" cy="477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09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3D968-F774-D5EA-1E05-E4B53F8A7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E739B64C-5FC8-8785-9786-6A5F6180930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CB73B716-9E9F-BC2B-54A5-EDEFF508A89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2A152BAC-163A-A445-1ED7-5A9239A612FE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4340ABF1-59D5-C6CD-91BA-9DF0F726F111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21896767-4507-5A05-3492-5CD98B508460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8B7835CA-2B5C-3E81-6ABA-3C7E16E85699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B19B2228-7B86-0B03-F2A3-E4A05BF8009E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081F3B10-0FBC-746F-BA57-E441BDE1AE03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6E563AC4-B9C4-EBDB-5A18-BD50B908FBFD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4A1AF267-D842-6BCC-0BD3-570E1C62BE87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Демо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A60B61AD-BADC-1EE9-919A-6697152B8A42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51FDE4-124A-1FCE-8809-872C596DC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313" y="1836272"/>
            <a:ext cx="3724795" cy="409632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FBB2944-3E98-25B4-9605-84D841F39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885" y="1988334"/>
            <a:ext cx="4648716" cy="357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586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6F69-3885-835F-9623-1C20A162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83CAC763-D82A-CCA1-B165-367CA1ACDA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6C1BA55F-ACBA-2A01-DD54-D745F0B7AAE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968AC9E0-B1FE-BF3E-00F2-AF12229BB20E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80D4CDE2-55FB-3EDC-F978-869DDC3E495D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95D7301E-0F17-A42B-EEB2-189D2B91BC60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99E0B9DB-0395-9BBB-3C4D-4C7C23B3D963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4686C3E5-10E1-765A-4145-59667C07421D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117F4D0F-ABB2-A1CD-1CA9-CDF08BC4BC52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D1A1392B-22EB-9E91-AD3E-298EE179B66C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006B5A3F-B7ED-C36A-4FB8-EFE3676E81DB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Демо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8AC232B9-BE67-B8D4-B205-94F4F7741B1B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5D62238-3ADC-E8FC-68E6-91F953CB4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106" y="1707573"/>
            <a:ext cx="3658111" cy="41166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E2F9D5-5D41-5F65-44A9-C40EB5FB72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466" y="1441559"/>
            <a:ext cx="5489547" cy="467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97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DDA13-58DE-BC95-D750-78CE1C8BF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E9977D2D-ACA4-D6BE-6CAB-9D53D7C44E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FAE0B26A-8488-6C20-A7A3-FC219A1E6F0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4FEDC615-AE92-B593-B196-377312ED9F9C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9F30467F-53F3-4388-8E7A-630C1DFD433B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A44CB90C-59B8-33C7-0928-97BF33025223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F1E7ED2B-7806-C2FC-399A-6C9E3A2ACB40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320D0326-3E0C-23D8-FD6A-B8366FE486BA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F7CF99D3-FD6C-7E8F-88ED-07CEC25811E6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13B7496A-054A-4FC1-1320-014342AEA7D2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40ACD5A7-CB01-B161-5C09-9E7013A162EC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Демо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41768A49-57BD-0B55-A056-B2B5D5241694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2CEBFB-AA18-9F93-0F1E-16F3A21AA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424" y="1574537"/>
            <a:ext cx="989864" cy="196295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261A107-9A86-3A34-8DB9-24A7651F5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521" y="1485036"/>
            <a:ext cx="2971824" cy="297960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914F3E2-698F-06EE-4A07-251F9E58F0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9498" y="4716208"/>
            <a:ext cx="3151290" cy="166483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83CFDB6-61DE-54FC-02BC-314DDC02FE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9005" y="1574537"/>
            <a:ext cx="4477375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9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32A8-E5D0-52F2-107A-261074158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2AAD0D8B-F4D9-5A30-2D6B-5CD9F3AD46F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17601" y="0"/>
            <a:ext cx="2090471" cy="1884742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80403C22-DCE5-338D-6141-3853E0BCD7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8322" y="5016804"/>
            <a:ext cx="5619749" cy="1884742"/>
          </a:xfrm>
          <a:prstGeom prst="rect">
            <a:avLst/>
          </a:prstGeom>
        </p:spPr>
      </p:pic>
      <p:grpSp>
        <p:nvGrpSpPr>
          <p:cNvPr id="294" name="ïṧļîḍê">
            <a:extLst>
              <a:ext uri="{FF2B5EF4-FFF2-40B4-BE49-F238E27FC236}">
                <a16:creationId xmlns:a16="http://schemas.microsoft.com/office/drawing/2014/main" id="{D3C65BA1-F404-A3B5-6A2F-787B7BA1A0DC}"/>
              </a:ext>
            </a:extLst>
          </p:cNvPr>
          <p:cNvGrpSpPr/>
          <p:nvPr/>
        </p:nvGrpSpPr>
        <p:grpSpPr>
          <a:xfrm>
            <a:off x="6331213" y="3321785"/>
            <a:ext cx="3330625" cy="1695019"/>
            <a:chOff x="1350010" y="4543425"/>
            <a:chExt cx="3330625" cy="1695019"/>
          </a:xfrm>
        </p:grpSpPr>
        <p:grpSp>
          <p:nvGrpSpPr>
            <p:cNvPr id="295" name="íSļîḓe">
              <a:extLst>
                <a:ext uri="{FF2B5EF4-FFF2-40B4-BE49-F238E27FC236}">
                  <a16:creationId xmlns:a16="http://schemas.microsoft.com/office/drawing/2014/main" id="{9871DADE-7038-2466-CB0B-CCD94F5377C9}"/>
                </a:ext>
              </a:extLst>
            </p:cNvPr>
            <p:cNvGrpSpPr/>
            <p:nvPr/>
          </p:nvGrpSpPr>
          <p:grpSpPr>
            <a:xfrm>
              <a:off x="1350010" y="4543425"/>
              <a:ext cx="3330625" cy="1086937"/>
              <a:chOff x="1350010" y="4543425"/>
              <a:chExt cx="3330625" cy="1086937"/>
            </a:xfrm>
          </p:grpSpPr>
          <p:sp>
            <p:nvSpPr>
              <p:cNvPr id="297" name="išľîḓê">
                <a:extLst>
                  <a:ext uri="{FF2B5EF4-FFF2-40B4-BE49-F238E27FC236}">
                    <a16:creationId xmlns:a16="http://schemas.microsoft.com/office/drawing/2014/main" id="{10FC2AD7-C01E-3A2F-3934-A53104B98D78}"/>
                  </a:ext>
                </a:extLst>
              </p:cNvPr>
              <p:cNvSpPr txBox="1"/>
              <p:nvPr/>
            </p:nvSpPr>
            <p:spPr bwMode="auto">
              <a:xfrm>
                <a:off x="1350010" y="4543425"/>
                <a:ext cx="3330625" cy="455181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endParaRPr lang="en-US" sz="2000" b="1" noProof="0" dirty="0">
                  <a:cs typeface="+mn-ea"/>
                  <a:sym typeface="+mn-lt"/>
                </a:endParaRPr>
              </a:p>
            </p:txBody>
          </p:sp>
          <p:sp>
            <p:nvSpPr>
              <p:cNvPr id="298" name="iṧļídê">
                <a:extLst>
                  <a:ext uri="{FF2B5EF4-FFF2-40B4-BE49-F238E27FC236}">
                    <a16:creationId xmlns:a16="http://schemas.microsoft.com/office/drawing/2014/main" id="{6841EAE5-7747-F6EB-5A61-2D3D494EAB55}"/>
                  </a:ext>
                </a:extLst>
              </p:cNvPr>
              <p:cNvSpPr/>
              <p:nvPr/>
            </p:nvSpPr>
            <p:spPr bwMode="auto">
              <a:xfrm>
                <a:off x="1350010" y="4998606"/>
                <a:ext cx="3330625" cy="63175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</a:pPr>
                <a:endParaRPr lang="en-US" sz="1100" noProof="0" dirty="0">
                  <a:cs typeface="+mn-ea"/>
                  <a:sym typeface="+mn-lt"/>
                </a:endParaRPr>
              </a:p>
            </p:txBody>
          </p:sp>
        </p:grpSp>
        <p:sp>
          <p:nvSpPr>
            <p:cNvPr id="296" name="isļiḋê">
              <a:extLst>
                <a:ext uri="{FF2B5EF4-FFF2-40B4-BE49-F238E27FC236}">
                  <a16:creationId xmlns:a16="http://schemas.microsoft.com/office/drawing/2014/main" id="{0B530416-C954-ACA6-03A7-2B8E35CB7B70}"/>
                </a:ext>
              </a:extLst>
            </p:cNvPr>
            <p:cNvSpPr/>
            <p:nvPr/>
          </p:nvSpPr>
          <p:spPr bwMode="auto">
            <a:xfrm>
              <a:off x="1350010" y="5606688"/>
              <a:ext cx="3330625" cy="63175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endParaRPr lang="en-US" sz="1100" noProof="0" dirty="0">
                <a:cs typeface="+mn-ea"/>
                <a:sym typeface="+mn-lt"/>
              </a:endParaRPr>
            </a:p>
          </p:txBody>
        </p:sp>
      </p:grpSp>
      <p:grpSp>
        <p:nvGrpSpPr>
          <p:cNvPr id="18" name="组合 24">
            <a:extLst>
              <a:ext uri="{FF2B5EF4-FFF2-40B4-BE49-F238E27FC236}">
                <a16:creationId xmlns:a16="http://schemas.microsoft.com/office/drawing/2014/main" id="{C2AFBE7E-E0B9-C7AA-ADFB-2F2DA2837711}"/>
              </a:ext>
            </a:extLst>
          </p:cNvPr>
          <p:cNvGrpSpPr/>
          <p:nvPr/>
        </p:nvGrpSpPr>
        <p:grpSpPr>
          <a:xfrm>
            <a:off x="564435" y="406731"/>
            <a:ext cx="6608956" cy="831961"/>
            <a:chOff x="1839169" y="4255525"/>
            <a:chExt cx="4561631" cy="466725"/>
          </a:xfrm>
        </p:grpSpPr>
        <p:sp>
          <p:nvSpPr>
            <p:cNvPr id="19" name="箭头: 五边形 20">
              <a:extLst>
                <a:ext uri="{FF2B5EF4-FFF2-40B4-BE49-F238E27FC236}">
                  <a16:creationId xmlns:a16="http://schemas.microsoft.com/office/drawing/2014/main" id="{8725B467-C9E1-AAA8-6394-2956DF239E14}"/>
                </a:ext>
              </a:extLst>
            </p:cNvPr>
            <p:cNvSpPr/>
            <p:nvPr/>
          </p:nvSpPr>
          <p:spPr>
            <a:xfrm>
              <a:off x="1839169" y="4255525"/>
              <a:ext cx="4561631" cy="466725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0" name="文本框 23">
              <a:extLst>
                <a:ext uri="{FF2B5EF4-FFF2-40B4-BE49-F238E27FC236}">
                  <a16:creationId xmlns:a16="http://schemas.microsoft.com/office/drawing/2014/main" id="{8D54BADF-88B7-7875-E312-111A492A58E4}"/>
                </a:ext>
              </a:extLst>
            </p:cNvPr>
            <p:cNvSpPr txBox="1"/>
            <p:nvPr/>
          </p:nvSpPr>
          <p:spPr>
            <a:xfrm>
              <a:off x="1894416" y="4345648"/>
              <a:ext cx="4297701" cy="2935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0"/>
                </a:spcBef>
                <a:buClr>
                  <a:schemeClr val="lt1"/>
                </a:buClr>
                <a:buSzPts val="4400"/>
                <a:buFont typeface="Proxima Nova Extrabold"/>
                <a:buNone/>
              </a:pPr>
              <a:r>
                <a:rPr lang="uk-UA" sz="2800" b="1" noProof="0" dirty="0" err="1">
                  <a:solidFill>
                    <a:schemeClr val="bg1"/>
                  </a:solidFill>
                  <a:latin typeface="Rubik"/>
                </a:rPr>
                <a:t>Демо</a:t>
              </a:r>
              <a:endParaRPr lang="en-US" sz="2800" b="1" noProof="0" dirty="0">
                <a:solidFill>
                  <a:schemeClr val="bg1"/>
                </a:solidFill>
                <a:ea typeface="Proxima Nova Extrabold"/>
                <a:cs typeface="Proxima Nova Extrabold"/>
                <a:sym typeface="Proxima Nova Extrabold"/>
              </a:endParaRPr>
            </a:p>
          </p:txBody>
        </p:sp>
      </p:grpSp>
      <p:sp>
        <p:nvSpPr>
          <p:cNvPr id="6" name="TextBox 1">
            <a:extLst>
              <a:ext uri="{FF2B5EF4-FFF2-40B4-BE49-F238E27FC236}">
                <a16:creationId xmlns:a16="http://schemas.microsoft.com/office/drawing/2014/main" id="{8D063339-CC46-FA23-573D-2623D8E9CABB}"/>
              </a:ext>
            </a:extLst>
          </p:cNvPr>
          <p:cNvSpPr txBox="1"/>
          <p:nvPr/>
        </p:nvSpPr>
        <p:spPr>
          <a:xfrm>
            <a:off x="1170987" y="3581209"/>
            <a:ext cx="2696221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ts val="1400"/>
              <a:buFont typeface="Arial"/>
            </a:pPr>
            <a:endParaRPr lang="en-US" noProof="0" dirty="0">
              <a:latin typeface="Rubik"/>
              <a:cs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679215-101B-B1F8-4702-B8E9C255A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208" y="1270803"/>
            <a:ext cx="3494248" cy="191735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564C95-360A-0307-EC1E-52673620D3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06" y="3304947"/>
            <a:ext cx="4179631" cy="334044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9EE66E-1B2F-194E-4CE3-DE1FE81353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2612" y="3286936"/>
            <a:ext cx="4134991" cy="34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08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1BFE2E7-ED1B-4E51-AA3C-A34FFDE6BC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6240" y="0"/>
            <a:ext cx="7985760" cy="6858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B50DFF-8BAC-4921-82A6-CCC05EB4124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911" y="373224"/>
            <a:ext cx="11560240" cy="61115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897446B-C744-4082-AFA3-65099E538E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0510" y="1418017"/>
            <a:ext cx="5981981" cy="293503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14EDFA-DA04-4FE0-8A23-9679F3C1E87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72251" y="4973258"/>
            <a:ext cx="5619749" cy="18847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4C55FFD-88F1-4D3B-A8D7-9E1DCF82C11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5700" y="4429794"/>
            <a:ext cx="466725" cy="4667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11BCECB-203A-4118-8D77-F0D4F22718B3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5940" y="4973258"/>
            <a:ext cx="2090471" cy="1884742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3D354BD9-DBD2-42DB-976A-44E1A62FD171}"/>
              </a:ext>
            </a:extLst>
          </p:cNvPr>
          <p:cNvGrpSpPr/>
          <p:nvPr/>
        </p:nvGrpSpPr>
        <p:grpSpPr>
          <a:xfrm>
            <a:off x="825449" y="2014669"/>
            <a:ext cx="5981981" cy="1317147"/>
            <a:chOff x="1839169" y="3947474"/>
            <a:chExt cx="7572432" cy="774776"/>
          </a:xfrm>
        </p:grpSpPr>
        <p:sp>
          <p:nvSpPr>
            <p:cNvPr id="21" name="箭头: 五边形 20">
              <a:extLst>
                <a:ext uri="{FF2B5EF4-FFF2-40B4-BE49-F238E27FC236}">
                  <a16:creationId xmlns:a16="http://schemas.microsoft.com/office/drawing/2014/main" id="{B9588C5C-9B53-46B7-BD23-D9DD35DD173C}"/>
                </a:ext>
              </a:extLst>
            </p:cNvPr>
            <p:cNvSpPr/>
            <p:nvPr/>
          </p:nvSpPr>
          <p:spPr>
            <a:xfrm>
              <a:off x="1839169" y="3947474"/>
              <a:ext cx="7572432" cy="774776"/>
            </a:xfrm>
            <a:prstGeom prst="homePlate">
              <a:avLst/>
            </a:prstGeom>
            <a:gradFill>
              <a:gsLst>
                <a:gs pos="0">
                  <a:srgbClr val="0D017B"/>
                </a:gs>
                <a:gs pos="83000">
                  <a:srgbClr val="E35DCC"/>
                </a:gs>
                <a:gs pos="100000">
                  <a:srgbClr val="07056A"/>
                </a:gs>
              </a:gsLst>
              <a:lin ang="2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cs typeface="+mn-ea"/>
                <a:sym typeface="+mn-lt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FC14A55-1590-4DE0-AABC-6AA117113851}"/>
                </a:ext>
              </a:extLst>
            </p:cNvPr>
            <p:cNvSpPr txBox="1"/>
            <p:nvPr/>
          </p:nvSpPr>
          <p:spPr>
            <a:xfrm>
              <a:off x="1953877" y="4030599"/>
              <a:ext cx="7254343" cy="380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uk-UA" sz="3600" b="1" noProof="0" dirty="0">
                  <a:solidFill>
                    <a:schemeClr val="bg1"/>
                  </a:solidFill>
                  <a:cs typeface="+mn-ea"/>
                  <a:sym typeface="+mn-lt"/>
                </a:rPr>
                <a:t>Дякую за увагу!</a:t>
              </a:r>
              <a:endParaRPr lang="en-US" sz="3600" b="1" noProof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857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www.jp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4ifxhrj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ww.freeppt7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26269</TotalTime>
  <Words>490</Words>
  <Application>Microsoft Office PowerPoint</Application>
  <PresentationFormat>Широкоэкранный</PresentationFormat>
  <Paragraphs>38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等线</vt:lpstr>
      <vt:lpstr>Arial</vt:lpstr>
      <vt:lpstr>Proxima Nova Extrabold</vt:lpstr>
      <vt:lpstr>Rubik</vt:lpstr>
      <vt:lpstr>www.jpppt.com</vt:lpstr>
      <vt:lpstr>www.freeppt7.com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>www.freeppt7.com</Manager>
  <Company>www.freeppt7.com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www.freeppt7.com</dc:creator>
  <cp:keywords>www.freeppt7.com</cp:keywords>
  <dc:description>www.freeppt7.com</dc:description>
  <cp:lastModifiedBy>Теплий Данило</cp:lastModifiedBy>
  <cp:revision>242</cp:revision>
  <dcterms:created xsi:type="dcterms:W3CDTF">2018-11-19T15:22:35Z</dcterms:created>
  <dcterms:modified xsi:type="dcterms:W3CDTF">2026-05-27T17:47:20Z</dcterms:modified>
</cp:coreProperties>
</file>